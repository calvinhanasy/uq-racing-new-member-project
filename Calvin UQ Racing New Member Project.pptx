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57"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6AC50F-32B9-4ABE-B857-F578711AF8A1}" v="14" dt="2025-04-02T03:23:56.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vin Hanasy" userId="1a3aacf80dc88d8b" providerId="LiveId" clId="{626AC50F-32B9-4ABE-B857-F578711AF8A1}"/>
    <pc:docChg chg="undo custSel addSld delSld modSld sldOrd">
      <pc:chgData name="Calvin Hanasy" userId="1a3aacf80dc88d8b" providerId="LiveId" clId="{626AC50F-32B9-4ABE-B857-F578711AF8A1}" dt="2025-04-02T05:30:43.716" v="7515" actId="47"/>
      <pc:docMkLst>
        <pc:docMk/>
      </pc:docMkLst>
      <pc:sldChg chg="addSp delSp modSp mod ord">
        <pc:chgData name="Calvin Hanasy" userId="1a3aacf80dc88d8b" providerId="LiveId" clId="{626AC50F-32B9-4ABE-B857-F578711AF8A1}" dt="2025-04-02T03:31:39.795" v="7514" actId="403"/>
        <pc:sldMkLst>
          <pc:docMk/>
          <pc:sldMk cId="4292984060" sldId="256"/>
        </pc:sldMkLst>
        <pc:spChg chg="mod">
          <ac:chgData name="Calvin Hanasy" userId="1a3aacf80dc88d8b" providerId="LiveId" clId="{626AC50F-32B9-4ABE-B857-F578711AF8A1}" dt="2025-04-02T03:31:39.795" v="7514" actId="403"/>
          <ac:spMkLst>
            <pc:docMk/>
            <pc:sldMk cId="4292984060" sldId="256"/>
            <ac:spMk id="2" creationId="{C9E00B99-70E2-FE94-9C59-54DB36F23EBB}"/>
          </ac:spMkLst>
        </pc:spChg>
        <pc:spChg chg="mod">
          <ac:chgData name="Calvin Hanasy" userId="1a3aacf80dc88d8b" providerId="LiveId" clId="{626AC50F-32B9-4ABE-B857-F578711AF8A1}" dt="2025-04-02T03:31:37.233" v="7513" actId="404"/>
          <ac:spMkLst>
            <pc:docMk/>
            <pc:sldMk cId="4292984060" sldId="256"/>
            <ac:spMk id="3" creationId="{B7C74F72-DF33-2D68-163E-B9F7907033BE}"/>
          </ac:spMkLst>
        </pc:spChg>
        <pc:spChg chg="add mod">
          <ac:chgData name="Calvin Hanasy" userId="1a3aacf80dc88d8b" providerId="LiveId" clId="{626AC50F-32B9-4ABE-B857-F578711AF8A1}" dt="2025-04-01T13:05:06.398" v="6086" actId="1076"/>
          <ac:spMkLst>
            <pc:docMk/>
            <pc:sldMk cId="4292984060" sldId="256"/>
            <ac:spMk id="13" creationId="{33C5D622-F20C-4D62-E873-F5ABF25D02F9}"/>
          </ac:spMkLst>
        </pc:spChg>
        <pc:spChg chg="add mod">
          <ac:chgData name="Calvin Hanasy" userId="1a3aacf80dc88d8b" providerId="LiveId" clId="{626AC50F-32B9-4ABE-B857-F578711AF8A1}" dt="2025-04-02T02:48:51.617" v="7306" actId="20577"/>
          <ac:spMkLst>
            <pc:docMk/>
            <pc:sldMk cId="4292984060" sldId="256"/>
            <ac:spMk id="14" creationId="{2CB6400E-2D60-ABF2-6348-E4758727BD39}"/>
          </ac:spMkLst>
        </pc:spChg>
        <pc:picChg chg="add del mod">
          <ac:chgData name="Calvin Hanasy" userId="1a3aacf80dc88d8b" providerId="LiveId" clId="{626AC50F-32B9-4ABE-B857-F578711AF8A1}" dt="2025-04-01T04:02:14.031" v="2203" actId="478"/>
          <ac:picMkLst>
            <pc:docMk/>
            <pc:sldMk cId="4292984060" sldId="256"/>
            <ac:picMk id="5" creationId="{733DAF5E-76A8-0F85-1BFA-35788D9B76BF}"/>
          </ac:picMkLst>
        </pc:picChg>
        <pc:picChg chg="add del mod">
          <ac:chgData name="Calvin Hanasy" userId="1a3aacf80dc88d8b" providerId="LiveId" clId="{626AC50F-32B9-4ABE-B857-F578711AF8A1}" dt="2025-04-01T04:02:27.475" v="2209" actId="478"/>
          <ac:picMkLst>
            <pc:docMk/>
            <pc:sldMk cId="4292984060" sldId="256"/>
            <ac:picMk id="7" creationId="{F25AF693-9590-B637-358E-FE52B5227904}"/>
          </ac:picMkLst>
        </pc:picChg>
        <pc:picChg chg="add del mod">
          <ac:chgData name="Calvin Hanasy" userId="1a3aacf80dc88d8b" providerId="LiveId" clId="{626AC50F-32B9-4ABE-B857-F578711AF8A1}" dt="2025-04-02T02:48:26.582" v="7278" actId="478"/>
          <ac:picMkLst>
            <pc:docMk/>
            <pc:sldMk cId="4292984060" sldId="256"/>
            <ac:picMk id="9" creationId="{7218A281-A7CA-4601-5FBA-6CA32B054106}"/>
          </ac:picMkLst>
        </pc:picChg>
        <pc:picChg chg="add del mod">
          <ac:chgData name="Calvin Hanasy" userId="1a3aacf80dc88d8b" providerId="LiveId" clId="{626AC50F-32B9-4ABE-B857-F578711AF8A1}" dt="2025-04-02T02:48:53.811" v="7307" actId="478"/>
          <ac:picMkLst>
            <pc:docMk/>
            <pc:sldMk cId="4292984060" sldId="256"/>
            <ac:picMk id="11" creationId="{D60C9E6E-E2CB-01C8-A26B-E56A7513E52D}"/>
          </ac:picMkLst>
        </pc:picChg>
        <pc:picChg chg="add mod">
          <ac:chgData name="Calvin Hanasy" userId="1a3aacf80dc88d8b" providerId="LiveId" clId="{626AC50F-32B9-4ABE-B857-F578711AF8A1}" dt="2025-04-01T13:05:06.672" v="6088" actId="1076"/>
          <ac:picMkLst>
            <pc:docMk/>
            <pc:sldMk cId="4292984060" sldId="256"/>
            <ac:picMk id="12" creationId="{C28C8CDB-FC4A-B61E-F368-DE6F37BBF468}"/>
          </ac:picMkLst>
        </pc:picChg>
        <pc:picChg chg="add mod">
          <ac:chgData name="Calvin Hanasy" userId="1a3aacf80dc88d8b" providerId="LiveId" clId="{626AC50F-32B9-4ABE-B857-F578711AF8A1}" dt="2025-04-02T02:48:41.740" v="7284" actId="1076"/>
          <ac:picMkLst>
            <pc:docMk/>
            <pc:sldMk cId="4292984060" sldId="256"/>
            <ac:picMk id="18" creationId="{051E3255-97D9-860C-EB51-A601F08421CD}"/>
          </ac:picMkLst>
        </pc:picChg>
        <pc:picChg chg="add del mod">
          <ac:chgData name="Calvin Hanasy" userId="1a3aacf80dc88d8b" providerId="LiveId" clId="{626AC50F-32B9-4ABE-B857-F578711AF8A1}" dt="2025-04-02T03:25:15.548" v="7505" actId="478"/>
          <ac:picMkLst>
            <pc:docMk/>
            <pc:sldMk cId="4292984060" sldId="256"/>
            <ac:picMk id="20" creationId="{5DCBFDAC-178D-6775-8814-7DEC5EA18DDF}"/>
          </ac:picMkLst>
        </pc:picChg>
        <pc:cxnChg chg="add mod">
          <ac:chgData name="Calvin Hanasy" userId="1a3aacf80dc88d8b" providerId="LiveId" clId="{626AC50F-32B9-4ABE-B857-F578711AF8A1}" dt="2025-04-02T02:48:47.633" v="7289" actId="20577"/>
          <ac:cxnSpMkLst>
            <pc:docMk/>
            <pc:sldMk cId="4292984060" sldId="256"/>
            <ac:cxnSpMk id="16" creationId="{6899AC6A-8C83-5454-314D-4C70EF31DA15}"/>
          </ac:cxnSpMkLst>
        </pc:cxnChg>
      </pc:sldChg>
      <pc:sldChg chg="addSp delSp modSp new mod">
        <pc:chgData name="Calvin Hanasy" userId="1a3aacf80dc88d8b" providerId="LiveId" clId="{626AC50F-32B9-4ABE-B857-F578711AF8A1}" dt="2025-04-02T03:05:41.529" v="7352" actId="1076"/>
        <pc:sldMkLst>
          <pc:docMk/>
          <pc:sldMk cId="979241476" sldId="257"/>
        </pc:sldMkLst>
        <pc:spChg chg="mod">
          <ac:chgData name="Calvin Hanasy" userId="1a3aacf80dc88d8b" providerId="LiveId" clId="{626AC50F-32B9-4ABE-B857-F578711AF8A1}" dt="2025-04-02T03:04:20.224" v="7328" actId="1076"/>
          <ac:spMkLst>
            <pc:docMk/>
            <pc:sldMk cId="979241476" sldId="257"/>
            <ac:spMk id="2" creationId="{5E5343C7-6D5B-EA05-4EAA-C7370607BD88}"/>
          </ac:spMkLst>
        </pc:spChg>
        <pc:spChg chg="del mod">
          <ac:chgData name="Calvin Hanasy" userId="1a3aacf80dc88d8b" providerId="LiveId" clId="{626AC50F-32B9-4ABE-B857-F578711AF8A1}" dt="2025-04-01T13:27:05.303" v="6786" actId="478"/>
          <ac:spMkLst>
            <pc:docMk/>
            <pc:sldMk cId="979241476" sldId="257"/>
            <ac:spMk id="3" creationId="{514F70CC-C3B1-57E5-3A35-0D946631B5A4}"/>
          </ac:spMkLst>
        </pc:spChg>
        <pc:spChg chg="add mod">
          <ac:chgData name="Calvin Hanasy" userId="1a3aacf80dc88d8b" providerId="LiveId" clId="{626AC50F-32B9-4ABE-B857-F578711AF8A1}" dt="2025-04-02T03:05:35.168" v="7349" actId="14100"/>
          <ac:spMkLst>
            <pc:docMk/>
            <pc:sldMk cId="979241476" sldId="257"/>
            <ac:spMk id="6" creationId="{4197C10E-8838-0E4F-830C-3F467636BE1D}"/>
          </ac:spMkLst>
        </pc:spChg>
        <pc:spChg chg="add mod">
          <ac:chgData name="Calvin Hanasy" userId="1a3aacf80dc88d8b" providerId="LiveId" clId="{626AC50F-32B9-4ABE-B857-F578711AF8A1}" dt="2025-04-02T03:05:41.529" v="7352" actId="1076"/>
          <ac:spMkLst>
            <pc:docMk/>
            <pc:sldMk cId="979241476" sldId="257"/>
            <ac:spMk id="8" creationId="{B94E020B-24F3-6536-AE1A-4406F3153D6A}"/>
          </ac:spMkLst>
        </pc:spChg>
        <pc:picChg chg="add mod">
          <ac:chgData name="Calvin Hanasy" userId="1a3aacf80dc88d8b" providerId="LiveId" clId="{626AC50F-32B9-4ABE-B857-F578711AF8A1}" dt="2025-04-02T03:05:28.698" v="7345" actId="1076"/>
          <ac:picMkLst>
            <pc:docMk/>
            <pc:sldMk cId="979241476" sldId="257"/>
            <ac:picMk id="3" creationId="{0EDE3BDA-4745-F5EA-7A58-25E413B5FCEF}"/>
          </ac:picMkLst>
        </pc:picChg>
        <pc:picChg chg="add mod">
          <ac:chgData name="Calvin Hanasy" userId="1a3aacf80dc88d8b" providerId="LiveId" clId="{626AC50F-32B9-4ABE-B857-F578711AF8A1}" dt="2025-04-02T03:05:30.532" v="7347" actId="1076"/>
          <ac:picMkLst>
            <pc:docMk/>
            <pc:sldMk cId="979241476" sldId="257"/>
            <ac:picMk id="4" creationId="{1405BF72-E654-764F-7BAF-5A83D5DA67C3}"/>
          </ac:picMkLst>
        </pc:picChg>
        <pc:picChg chg="add mod">
          <ac:chgData name="Calvin Hanasy" userId="1a3aacf80dc88d8b" providerId="LiveId" clId="{626AC50F-32B9-4ABE-B857-F578711AF8A1}" dt="2025-04-02T03:03:48.198" v="7314" actId="14100"/>
          <ac:picMkLst>
            <pc:docMk/>
            <pc:sldMk cId="979241476" sldId="257"/>
            <ac:picMk id="5" creationId="{9587D3D6-CA3A-D059-0A53-14886DB61425}"/>
          </ac:picMkLst>
        </pc:picChg>
        <pc:picChg chg="add mod">
          <ac:chgData name="Calvin Hanasy" userId="1a3aacf80dc88d8b" providerId="LiveId" clId="{626AC50F-32B9-4ABE-B857-F578711AF8A1}" dt="2025-04-02T03:03:57.709" v="7318" actId="1076"/>
          <ac:picMkLst>
            <pc:docMk/>
            <pc:sldMk cId="979241476" sldId="257"/>
            <ac:picMk id="7" creationId="{1F22A8F3-9C53-32A3-E6A1-0E9709ABC8B3}"/>
          </ac:picMkLst>
        </pc:picChg>
      </pc:sldChg>
      <pc:sldChg chg="addSp delSp modSp new mod ord">
        <pc:chgData name="Calvin Hanasy" userId="1a3aacf80dc88d8b" providerId="LiveId" clId="{626AC50F-32B9-4ABE-B857-F578711AF8A1}" dt="2025-04-02T03:23:11.312" v="7491" actId="403"/>
        <pc:sldMkLst>
          <pc:docMk/>
          <pc:sldMk cId="1382201809" sldId="258"/>
        </pc:sldMkLst>
        <pc:spChg chg="mod">
          <ac:chgData name="Calvin Hanasy" userId="1a3aacf80dc88d8b" providerId="LiveId" clId="{626AC50F-32B9-4ABE-B857-F578711AF8A1}" dt="2025-04-01T13:20:18.810" v="6308" actId="20577"/>
          <ac:spMkLst>
            <pc:docMk/>
            <pc:sldMk cId="1382201809" sldId="258"/>
            <ac:spMk id="2" creationId="{59FAE41D-8E5C-3C5B-DDEC-EA7A16C812B3}"/>
          </ac:spMkLst>
        </pc:spChg>
        <pc:spChg chg="del mod">
          <ac:chgData name="Calvin Hanasy" userId="1a3aacf80dc88d8b" providerId="LiveId" clId="{626AC50F-32B9-4ABE-B857-F578711AF8A1}" dt="2025-04-01T12:23:14.639" v="2831"/>
          <ac:spMkLst>
            <pc:docMk/>
            <pc:sldMk cId="1382201809" sldId="258"/>
            <ac:spMk id="3" creationId="{7F1B9A4A-439A-F086-49C6-5C179C27C03A}"/>
          </ac:spMkLst>
        </pc:spChg>
        <pc:spChg chg="add mod">
          <ac:chgData name="Calvin Hanasy" userId="1a3aacf80dc88d8b" providerId="LiveId" clId="{626AC50F-32B9-4ABE-B857-F578711AF8A1}" dt="2025-04-02T03:23:11.312" v="7491" actId="403"/>
          <ac:spMkLst>
            <pc:docMk/>
            <pc:sldMk cId="1382201809" sldId="258"/>
            <ac:spMk id="4" creationId="{406C6CE8-53FD-38A3-C32A-716DF9B76ED3}"/>
          </ac:spMkLst>
        </pc:spChg>
        <pc:spChg chg="add mod">
          <ac:chgData name="Calvin Hanasy" userId="1a3aacf80dc88d8b" providerId="LiveId" clId="{626AC50F-32B9-4ABE-B857-F578711AF8A1}" dt="2025-04-02T03:23:03.119" v="7487" actId="21"/>
          <ac:spMkLst>
            <pc:docMk/>
            <pc:sldMk cId="1382201809" sldId="258"/>
            <ac:spMk id="5" creationId="{3FF8B709-7C2E-7909-BBBE-CDA943621DA7}"/>
          </ac:spMkLst>
        </pc:spChg>
      </pc:sldChg>
      <pc:sldChg chg="modSp new mod">
        <pc:chgData name="Calvin Hanasy" userId="1a3aacf80dc88d8b" providerId="LiveId" clId="{626AC50F-32B9-4ABE-B857-F578711AF8A1}" dt="2025-04-02T02:47:29.948" v="7275" actId="404"/>
        <pc:sldMkLst>
          <pc:docMk/>
          <pc:sldMk cId="1090683644" sldId="259"/>
        </pc:sldMkLst>
        <pc:spChg chg="mod">
          <ac:chgData name="Calvin Hanasy" userId="1a3aacf80dc88d8b" providerId="LiveId" clId="{626AC50F-32B9-4ABE-B857-F578711AF8A1}" dt="2025-04-01T13:21:15.042" v="6326" actId="20577"/>
          <ac:spMkLst>
            <pc:docMk/>
            <pc:sldMk cId="1090683644" sldId="259"/>
            <ac:spMk id="2" creationId="{EB66E702-B61C-121F-179F-2EB7380266EA}"/>
          </ac:spMkLst>
        </pc:spChg>
        <pc:spChg chg="mod">
          <ac:chgData name="Calvin Hanasy" userId="1a3aacf80dc88d8b" providerId="LiveId" clId="{626AC50F-32B9-4ABE-B857-F578711AF8A1}" dt="2025-04-02T02:47:29.948" v="7275" actId="404"/>
          <ac:spMkLst>
            <pc:docMk/>
            <pc:sldMk cId="1090683644" sldId="259"/>
            <ac:spMk id="3" creationId="{C1965BBB-A932-7B49-C716-333182BE0D6C}"/>
          </ac:spMkLst>
        </pc:spChg>
      </pc:sldChg>
      <pc:sldChg chg="addSp delSp modSp new del mod">
        <pc:chgData name="Calvin Hanasy" userId="1a3aacf80dc88d8b" providerId="LiveId" clId="{626AC50F-32B9-4ABE-B857-F578711AF8A1}" dt="2025-04-02T03:04:46.421" v="7338" actId="47"/>
        <pc:sldMkLst>
          <pc:docMk/>
          <pc:sldMk cId="2098715654" sldId="260"/>
        </pc:sldMkLst>
        <pc:spChg chg="del">
          <ac:chgData name="Calvin Hanasy" userId="1a3aacf80dc88d8b" providerId="LiveId" clId="{626AC50F-32B9-4ABE-B857-F578711AF8A1}" dt="2025-04-01T13:28:26.197" v="6802" actId="478"/>
          <ac:spMkLst>
            <pc:docMk/>
            <pc:sldMk cId="2098715654" sldId="260"/>
            <ac:spMk id="2" creationId="{666DA156-D969-2A93-6073-F49B6B250444}"/>
          </ac:spMkLst>
        </pc:spChg>
        <pc:spChg chg="del">
          <ac:chgData name="Calvin Hanasy" userId="1a3aacf80dc88d8b" providerId="LiveId" clId="{626AC50F-32B9-4ABE-B857-F578711AF8A1}" dt="2025-04-01T13:28:24.788" v="6801" actId="478"/>
          <ac:spMkLst>
            <pc:docMk/>
            <pc:sldMk cId="2098715654" sldId="260"/>
            <ac:spMk id="3" creationId="{70448968-3575-55A7-9128-61CED1A9A4E7}"/>
          </ac:spMkLst>
        </pc:spChg>
        <pc:spChg chg="add del mod">
          <ac:chgData name="Calvin Hanasy" userId="1a3aacf80dc88d8b" providerId="LiveId" clId="{626AC50F-32B9-4ABE-B857-F578711AF8A1}" dt="2025-04-02T03:04:37.382" v="7334" actId="21"/>
          <ac:spMkLst>
            <pc:docMk/>
            <pc:sldMk cId="2098715654" sldId="260"/>
            <ac:spMk id="8" creationId="{4197C10E-8838-0E4F-830C-3F467636BE1D}"/>
          </ac:spMkLst>
        </pc:spChg>
        <pc:picChg chg="add del mod">
          <ac:chgData name="Calvin Hanasy" userId="1a3aacf80dc88d8b" providerId="LiveId" clId="{626AC50F-32B9-4ABE-B857-F578711AF8A1}" dt="2025-04-02T03:04:05.464" v="7320" actId="21"/>
          <ac:picMkLst>
            <pc:docMk/>
            <pc:sldMk cId="2098715654" sldId="260"/>
            <ac:picMk id="5" creationId="{0EDE3BDA-4745-F5EA-7A58-25E413B5FCEF}"/>
          </ac:picMkLst>
        </pc:picChg>
        <pc:picChg chg="add del mod modCrop">
          <ac:chgData name="Calvin Hanasy" userId="1a3aacf80dc88d8b" providerId="LiveId" clId="{626AC50F-32B9-4ABE-B857-F578711AF8A1}" dt="2025-04-02T03:04:11.298" v="7324" actId="21"/>
          <ac:picMkLst>
            <pc:docMk/>
            <pc:sldMk cId="2098715654" sldId="260"/>
            <ac:picMk id="7" creationId="{1405BF72-E654-764F-7BAF-5A83D5DA67C3}"/>
          </ac:picMkLst>
        </pc:picChg>
      </pc:sldChg>
      <pc:sldChg chg="addSp delSp modSp new del mod">
        <pc:chgData name="Calvin Hanasy" userId="1a3aacf80dc88d8b" providerId="LiveId" clId="{626AC50F-32B9-4ABE-B857-F578711AF8A1}" dt="2025-04-02T05:30:43.716" v="7515" actId="47"/>
        <pc:sldMkLst>
          <pc:docMk/>
          <pc:sldMk cId="4078562792" sldId="261"/>
        </pc:sldMkLst>
        <pc:spChg chg="del">
          <ac:chgData name="Calvin Hanasy" userId="1a3aacf80dc88d8b" providerId="LiveId" clId="{626AC50F-32B9-4ABE-B857-F578711AF8A1}" dt="2025-04-01T13:30:03.288" v="6815" actId="478"/>
          <ac:spMkLst>
            <pc:docMk/>
            <pc:sldMk cId="4078562792" sldId="261"/>
            <ac:spMk id="2" creationId="{D92D6A68-E131-0453-9FC7-5E6FB2EC4447}"/>
          </ac:spMkLst>
        </pc:spChg>
        <pc:spChg chg="del">
          <ac:chgData name="Calvin Hanasy" userId="1a3aacf80dc88d8b" providerId="LiveId" clId="{626AC50F-32B9-4ABE-B857-F578711AF8A1}" dt="2025-04-01T13:29:36.187" v="6814" actId="478"/>
          <ac:spMkLst>
            <pc:docMk/>
            <pc:sldMk cId="4078562792" sldId="261"/>
            <ac:spMk id="3" creationId="{7611355D-1523-4C22-0D84-25D65F29736F}"/>
          </ac:spMkLst>
        </pc:spChg>
        <pc:spChg chg="add del mod">
          <ac:chgData name="Calvin Hanasy" userId="1a3aacf80dc88d8b" providerId="LiveId" clId="{626AC50F-32B9-4ABE-B857-F578711AF8A1}" dt="2025-04-02T03:05:01.044" v="7342" actId="478"/>
          <ac:spMkLst>
            <pc:docMk/>
            <pc:sldMk cId="4078562792" sldId="261"/>
            <ac:spMk id="6" creationId="{8014311C-759F-C629-BBA5-C1BC7F0F1EE5}"/>
          </ac:spMkLst>
        </pc:spChg>
        <pc:picChg chg="add del mod">
          <ac:chgData name="Calvin Hanasy" userId="1a3aacf80dc88d8b" providerId="LiveId" clId="{626AC50F-32B9-4ABE-B857-F578711AF8A1}" dt="2025-04-02T03:05:01.044" v="7342" actId="478"/>
          <ac:picMkLst>
            <pc:docMk/>
            <pc:sldMk cId="4078562792" sldId="261"/>
            <ac:picMk id="5" creationId="{33B0C943-CDDD-2848-B3A4-A82E9271232A}"/>
          </ac:picMkLst>
        </pc:picChg>
      </pc:sldChg>
      <pc:sldChg chg="addSp delSp modSp new mod">
        <pc:chgData name="Calvin Hanasy" userId="1a3aacf80dc88d8b" providerId="LiveId" clId="{626AC50F-32B9-4ABE-B857-F578711AF8A1}" dt="2025-04-02T03:23:56.148" v="7502"/>
        <pc:sldMkLst>
          <pc:docMk/>
          <pc:sldMk cId="265629994" sldId="262"/>
        </pc:sldMkLst>
        <pc:spChg chg="mod">
          <ac:chgData name="Calvin Hanasy" userId="1a3aacf80dc88d8b" providerId="LiveId" clId="{626AC50F-32B9-4ABE-B857-F578711AF8A1}" dt="2025-04-02T03:23:54.998" v="7501" actId="20577"/>
          <ac:spMkLst>
            <pc:docMk/>
            <pc:sldMk cId="265629994" sldId="262"/>
            <ac:spMk id="2" creationId="{585CCEE6-BB6F-BAEE-86BF-BB479A130EBA}"/>
          </ac:spMkLst>
        </pc:spChg>
        <pc:spChg chg="del">
          <ac:chgData name="Calvin Hanasy" userId="1a3aacf80dc88d8b" providerId="LiveId" clId="{626AC50F-32B9-4ABE-B857-F578711AF8A1}" dt="2025-04-02T03:23:56.148" v="7502"/>
          <ac:spMkLst>
            <pc:docMk/>
            <pc:sldMk cId="265629994" sldId="262"/>
            <ac:spMk id="3" creationId="{AD1FB048-C85A-CDF4-CA9A-10E7DBB941CB}"/>
          </ac:spMkLst>
        </pc:spChg>
        <pc:picChg chg="add del mod">
          <ac:chgData name="Calvin Hanasy" userId="1a3aacf80dc88d8b" providerId="LiveId" clId="{626AC50F-32B9-4ABE-B857-F578711AF8A1}" dt="2025-04-02T03:23:53.319" v="7497" actId="478"/>
          <ac:picMkLst>
            <pc:docMk/>
            <pc:sldMk cId="265629994" sldId="262"/>
            <ac:picMk id="4" creationId="{091530B1-E601-DC71-F087-5F5E865DE0CC}"/>
          </ac:picMkLst>
        </pc:picChg>
        <pc:picChg chg="add mod">
          <ac:chgData name="Calvin Hanasy" userId="1a3aacf80dc88d8b" providerId="LiveId" clId="{626AC50F-32B9-4ABE-B857-F578711AF8A1}" dt="2025-04-02T03:23:56.148" v="7502"/>
          <ac:picMkLst>
            <pc:docMk/>
            <pc:sldMk cId="265629994" sldId="262"/>
            <ac:picMk id="5" creationId="{C162C2F2-A0D8-5E7C-9004-D1FB328C70E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CE9A-98D3-1FD9-EC99-32C9F7C003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AA4BB24-5245-F5F1-0159-23559F780E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212EEC0-97A2-3AB9-2476-3F7DDD5C59BF}"/>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57E541B3-127A-DA5A-2B04-DE591F173FB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51E2D22-F40D-D17B-EB8F-55F9E5706A43}"/>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5702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5D2D2-21AF-9757-8339-AFF5F1E1115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976B1F8-2901-2670-0885-DBC4BD62F7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FDD3DCE-9F17-4730-B255-D7A1CB731993}"/>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B427B8DC-AEDB-EDEB-22F4-4B4AFF31C04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9D0593-7041-E336-A108-C762BBB37203}"/>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488924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B3124-083F-D16E-F580-07E9574F82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9BF3CDF-E0A3-AA27-1618-7FE55BCBD2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A1F3FD-1805-D731-CA7F-ED4D830FCD55}"/>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80784E8D-0A2C-1B7D-C1CE-EC022924D69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6D7991E-0418-3951-19D6-94FC434408C0}"/>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2746293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7A94B-1560-6CA8-2886-72358442169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0E84802-A833-A0ED-974B-3F2E5D3B5A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C889525-BCA5-00BA-4B5A-3596A889D4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6C071C5-410A-858D-6DBE-58BC27B8AE90}"/>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6" name="Footer Placeholder 5">
            <a:extLst>
              <a:ext uri="{FF2B5EF4-FFF2-40B4-BE49-F238E27FC236}">
                <a16:creationId xmlns:a16="http://schemas.microsoft.com/office/drawing/2014/main" id="{853AC230-E8FF-E6C7-BF58-7F28F00A13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6A11865-9DBB-1BFF-55EA-9C3E168E0B33}"/>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1081016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0500-5217-E973-78F9-F9FC51F31CC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C17830F-F502-D3DE-C38D-9B92077B2A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5FDEC5-E91F-284D-4101-0AA2CF671D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2D4A3-A5AA-5DD7-D12C-B824A35B9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C9E613-B38E-E31B-8482-226B1C8608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1C3D0AC-1744-ECFF-EAB6-C8245153ADB0}"/>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8" name="Footer Placeholder 7">
            <a:extLst>
              <a:ext uri="{FF2B5EF4-FFF2-40B4-BE49-F238E27FC236}">
                <a16:creationId xmlns:a16="http://schemas.microsoft.com/office/drawing/2014/main" id="{CA8A9AD6-266D-321B-1962-348624D14A0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1407873-08DB-B527-AE52-4D5DA829FA1B}"/>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2296593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8B241-9F8B-012D-5A89-D18AC79AA06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F64FEE9-F19E-60FA-564C-D9E4CF39107E}"/>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4" name="Footer Placeholder 3">
            <a:extLst>
              <a:ext uri="{FF2B5EF4-FFF2-40B4-BE49-F238E27FC236}">
                <a16:creationId xmlns:a16="http://schemas.microsoft.com/office/drawing/2014/main" id="{C148A116-4B0A-2C24-02DA-D7D6E56485B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038B990-53DB-F427-7E13-D310A858E580}"/>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2431931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ADA5E-DC45-C131-0873-D94B654962E7}"/>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3" name="Footer Placeholder 2">
            <a:extLst>
              <a:ext uri="{FF2B5EF4-FFF2-40B4-BE49-F238E27FC236}">
                <a16:creationId xmlns:a16="http://schemas.microsoft.com/office/drawing/2014/main" id="{4601074F-645C-162D-D5BD-4FB197A97ED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B2C5FC4-A3DF-E61B-6177-855A9F90812D}"/>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3831588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CD85-69EB-3744-1A6B-EEAB11ACFC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3D96449-D9B6-786D-7ED5-E4F49CB669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3919A7F-07F8-9154-578D-B8644C03D8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AC93A-B4C8-B81F-AE63-9A499B5D6E86}"/>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6" name="Footer Placeholder 5">
            <a:extLst>
              <a:ext uri="{FF2B5EF4-FFF2-40B4-BE49-F238E27FC236}">
                <a16:creationId xmlns:a16="http://schemas.microsoft.com/office/drawing/2014/main" id="{93FF03B3-3A87-5A33-022A-0DE235BD55F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D224F3B-852D-B1BA-FC23-6FAD789062A9}"/>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1984704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E3BF8-ECB1-16EA-B630-497BF4614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C773EA4-E5CB-D0A9-B094-E2EB712F8E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53B18D7-4CDA-0750-2FBC-75E623BD9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0F9137-4DCF-6C71-CA53-D87C6BFA229A}"/>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6" name="Footer Placeholder 5">
            <a:extLst>
              <a:ext uri="{FF2B5EF4-FFF2-40B4-BE49-F238E27FC236}">
                <a16:creationId xmlns:a16="http://schemas.microsoft.com/office/drawing/2014/main" id="{F48345FB-4E33-C0B8-7B12-B01B9786D5F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AE27DFA-B9E2-9FC3-A13F-F180DBF30BBC}"/>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110424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3149-94C0-85E9-94B0-136F28D473A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DA83FB1-173A-1632-5DD9-BD128B9BC3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F5A6F46-9719-12E6-64C0-296C477FF0CC}"/>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EE2DE4AF-E470-5233-127A-29B73956BC4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4F0F148-1FEF-E253-E1CC-9191D28B4B7C}"/>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765447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F25EE0-F8AC-3FE4-EAD8-2F58EDE177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D5325A-7140-C489-A266-2BC4B2C4F9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38C5F43-A703-1A58-66E9-90F52313A0E7}"/>
              </a:ext>
            </a:extLst>
          </p:cNvPr>
          <p:cNvSpPr>
            <a:spLocks noGrp="1"/>
          </p:cNvSpPr>
          <p:nvPr>
            <p:ph type="dt" sz="half" idx="10"/>
          </p:nvPr>
        </p:nvSpPr>
        <p:spPr/>
        <p:txBody>
          <a:body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A43922D1-6B97-0859-00A5-00F32090FCF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A110E73-599F-4182-9600-FCF1E620904D}"/>
              </a:ext>
            </a:extLst>
          </p:cNvPr>
          <p:cNvSpPr>
            <a:spLocks noGrp="1"/>
          </p:cNvSpPr>
          <p:nvPr>
            <p:ph type="sldNum" sz="quarter" idx="12"/>
          </p:nvPr>
        </p:nvSpPr>
        <p:spPr/>
        <p:txBody>
          <a:bodyPr/>
          <a:lstStyle/>
          <a:p>
            <a:fld id="{49F1E454-A51F-4E91-86F2-9A317D5D9DE2}" type="slidenum">
              <a:rPr lang="en-AU" smtClean="0"/>
              <a:t>‹#›</a:t>
            </a:fld>
            <a:endParaRPr lang="en-AU"/>
          </a:p>
        </p:txBody>
      </p:sp>
    </p:spTree>
    <p:extLst>
      <p:ext uri="{BB962C8B-B14F-4D97-AF65-F5344CB8AC3E}">
        <p14:creationId xmlns:p14="http://schemas.microsoft.com/office/powerpoint/2010/main" val="594625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970520-BA13-2AB5-5906-9B19E6666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83EAB-C398-9382-D857-1AC52809CC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2BC9B42-3418-5CA9-BDD9-6C721FF4B2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553AF1-9DC8-491F-8F08-740A897409EB}" type="datetimeFigureOut">
              <a:rPr lang="en-AU" smtClean="0"/>
              <a:t>2/04/2025</a:t>
            </a:fld>
            <a:endParaRPr lang="en-AU"/>
          </a:p>
        </p:txBody>
      </p:sp>
      <p:sp>
        <p:nvSpPr>
          <p:cNvPr id="5" name="Footer Placeholder 4">
            <a:extLst>
              <a:ext uri="{FF2B5EF4-FFF2-40B4-BE49-F238E27FC236}">
                <a16:creationId xmlns:a16="http://schemas.microsoft.com/office/drawing/2014/main" id="{B85E8D13-943B-5E4B-6F6C-5EB22774B3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50A99C6-1C22-4000-DCD9-6DF6219770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F1E454-A51F-4E91-86F2-9A317D5D9DE2}" type="slidenum">
              <a:rPr lang="en-AU" smtClean="0"/>
              <a:t>‹#›</a:t>
            </a:fld>
            <a:endParaRPr lang="en-AU"/>
          </a:p>
        </p:txBody>
      </p:sp>
    </p:spTree>
    <p:extLst>
      <p:ext uri="{BB962C8B-B14F-4D97-AF65-F5344CB8AC3E}">
        <p14:creationId xmlns:p14="http://schemas.microsoft.com/office/powerpoint/2010/main" val="1644743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0B99-70E2-FE94-9C59-54DB36F23EBB}"/>
              </a:ext>
            </a:extLst>
          </p:cNvPr>
          <p:cNvSpPr>
            <a:spLocks noGrp="1"/>
          </p:cNvSpPr>
          <p:nvPr>
            <p:ph type="ctrTitle"/>
          </p:nvPr>
        </p:nvSpPr>
        <p:spPr>
          <a:xfrm>
            <a:off x="0" y="-102933"/>
            <a:ext cx="8333232" cy="1072197"/>
          </a:xfrm>
        </p:spPr>
        <p:txBody>
          <a:bodyPr>
            <a:noAutofit/>
          </a:bodyPr>
          <a:lstStyle/>
          <a:p>
            <a:r>
              <a:rPr lang="en-US" sz="3600" dirty="0"/>
              <a:t>Elec New Member Project – Calvin Hanasy</a:t>
            </a:r>
            <a:endParaRPr lang="en-AU" sz="3600" dirty="0"/>
          </a:p>
        </p:txBody>
      </p:sp>
      <p:sp>
        <p:nvSpPr>
          <p:cNvPr id="3" name="Subtitle 2">
            <a:extLst>
              <a:ext uri="{FF2B5EF4-FFF2-40B4-BE49-F238E27FC236}">
                <a16:creationId xmlns:a16="http://schemas.microsoft.com/office/drawing/2014/main" id="{B7C74F72-DF33-2D68-163E-B9F7907033BE}"/>
              </a:ext>
            </a:extLst>
          </p:cNvPr>
          <p:cNvSpPr>
            <a:spLocks noGrp="1"/>
          </p:cNvSpPr>
          <p:nvPr>
            <p:ph type="subTitle" idx="1"/>
          </p:nvPr>
        </p:nvSpPr>
        <p:spPr>
          <a:xfrm>
            <a:off x="185251" y="964861"/>
            <a:ext cx="8467682" cy="5468112"/>
          </a:xfrm>
        </p:spPr>
        <p:txBody>
          <a:bodyPr>
            <a:normAutofit/>
          </a:bodyPr>
          <a:lstStyle/>
          <a:p>
            <a:pPr algn="l"/>
            <a:r>
              <a:rPr lang="en-US" dirty="0"/>
              <a:t>The project is a compact pcb including a microcontroller (esp32-Wroom-32) and GPS.</a:t>
            </a:r>
          </a:p>
          <a:p>
            <a:pPr algn="l"/>
            <a:r>
              <a:rPr lang="en-US" dirty="0"/>
              <a:t>Simple design.</a:t>
            </a:r>
          </a:p>
          <a:p>
            <a:pPr algn="l"/>
            <a:r>
              <a:rPr lang="en-US" dirty="0"/>
              <a:t>Only requires the module which sits within the </a:t>
            </a:r>
            <a:r>
              <a:rPr lang="en-US" dirty="0" err="1"/>
              <a:t>ev</a:t>
            </a:r>
            <a:r>
              <a:rPr lang="en-US" dirty="0"/>
              <a:t>.</a:t>
            </a:r>
          </a:p>
          <a:p>
            <a:pPr algn="l"/>
            <a:r>
              <a:rPr lang="en-US" dirty="0"/>
              <a:t>ESP32 will host a web page where you can view the GPS data – With Wi-Fi the ESP32 will display an IP address in the serial monitor which using html we can see its acceleration, time </a:t>
            </a:r>
            <a:r>
              <a:rPr lang="en-US" dirty="0" err="1"/>
              <a:t>etc</a:t>
            </a:r>
            <a:r>
              <a:rPr lang="en-US" dirty="0"/>
              <a:t> (code in later slide).</a:t>
            </a:r>
          </a:p>
          <a:p>
            <a:pPr algn="l"/>
            <a:r>
              <a:rPr lang="en-US" dirty="0"/>
              <a:t>Note: The </a:t>
            </a:r>
            <a:r>
              <a:rPr lang="en-US" dirty="0" err="1"/>
              <a:t>gps</a:t>
            </a:r>
            <a:r>
              <a:rPr lang="en-US" dirty="0"/>
              <a:t> module has sub-meter accuracy on a clear day – though should invest in a more accurate GPS module though this one should theoretically work. Later on this.</a:t>
            </a:r>
          </a:p>
          <a:p>
            <a:pPr algn="l"/>
            <a:endParaRPr lang="en-US" sz="2000" dirty="0"/>
          </a:p>
        </p:txBody>
      </p:sp>
      <p:pic>
        <p:nvPicPr>
          <p:cNvPr id="12" name="Picture 11" descr="Laptop Meme GIFs | Tenor">
            <a:extLst>
              <a:ext uri="{FF2B5EF4-FFF2-40B4-BE49-F238E27FC236}">
                <a16:creationId xmlns:a16="http://schemas.microsoft.com/office/drawing/2014/main" id="{C28C8CDB-FC4A-B61E-F368-DE6F37BBF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81834" y="4432038"/>
            <a:ext cx="2434374" cy="1361446"/>
          </a:xfrm>
          <a:prstGeom prst="rect">
            <a:avLst/>
          </a:prstGeom>
          <a:noFill/>
          <a:ln>
            <a:noFill/>
          </a:ln>
        </p:spPr>
      </p:pic>
      <p:sp>
        <p:nvSpPr>
          <p:cNvPr id="13" name="TextBox 12">
            <a:extLst>
              <a:ext uri="{FF2B5EF4-FFF2-40B4-BE49-F238E27FC236}">
                <a16:creationId xmlns:a16="http://schemas.microsoft.com/office/drawing/2014/main" id="{33C5D622-F20C-4D62-E873-F5ABF25D02F9}"/>
              </a:ext>
            </a:extLst>
          </p:cNvPr>
          <p:cNvSpPr txBox="1"/>
          <p:nvPr/>
        </p:nvSpPr>
        <p:spPr>
          <a:xfrm>
            <a:off x="8981928" y="5842072"/>
            <a:ext cx="2434373" cy="369332"/>
          </a:xfrm>
          <a:prstGeom prst="rect">
            <a:avLst/>
          </a:prstGeom>
          <a:noFill/>
        </p:spPr>
        <p:txBody>
          <a:bodyPr wrap="square" rtlCol="0">
            <a:spAutoFit/>
          </a:bodyPr>
          <a:lstStyle/>
          <a:p>
            <a:r>
              <a:rPr lang="en-US" dirty="0"/>
              <a:t>Data on https://IP</a:t>
            </a:r>
            <a:endParaRPr lang="en-AU" dirty="0"/>
          </a:p>
        </p:txBody>
      </p:sp>
      <p:sp>
        <p:nvSpPr>
          <p:cNvPr id="14" name="TextBox 13">
            <a:extLst>
              <a:ext uri="{FF2B5EF4-FFF2-40B4-BE49-F238E27FC236}">
                <a16:creationId xmlns:a16="http://schemas.microsoft.com/office/drawing/2014/main" id="{2CB6400E-2D60-ABF2-6348-E4758727BD39}"/>
              </a:ext>
            </a:extLst>
          </p:cNvPr>
          <p:cNvSpPr txBox="1"/>
          <p:nvPr/>
        </p:nvSpPr>
        <p:spPr>
          <a:xfrm>
            <a:off x="8576732" y="3520364"/>
            <a:ext cx="3615268" cy="523220"/>
          </a:xfrm>
          <a:prstGeom prst="rect">
            <a:avLst/>
          </a:prstGeom>
          <a:noFill/>
        </p:spPr>
        <p:txBody>
          <a:bodyPr wrap="square" rtlCol="0">
            <a:spAutoFit/>
          </a:bodyPr>
          <a:lstStyle/>
          <a:p>
            <a:r>
              <a:rPr lang="en-US" sz="1400" dirty="0"/>
              <a:t>Data transmitted by Wi-Fi (Speed, time, GPS </a:t>
            </a:r>
            <a:r>
              <a:rPr lang="en-US" sz="1400" dirty="0" err="1"/>
              <a:t>lat</a:t>
            </a:r>
            <a:r>
              <a:rPr lang="en-US" sz="1400" dirty="0"/>
              <a:t> and long.</a:t>
            </a:r>
            <a:endParaRPr lang="en-AU" sz="1400" dirty="0"/>
          </a:p>
        </p:txBody>
      </p:sp>
      <p:cxnSp>
        <p:nvCxnSpPr>
          <p:cNvPr id="16" name="Straight Arrow Connector 15">
            <a:extLst>
              <a:ext uri="{FF2B5EF4-FFF2-40B4-BE49-F238E27FC236}">
                <a16:creationId xmlns:a16="http://schemas.microsoft.com/office/drawing/2014/main" id="{6899AC6A-8C83-5454-314D-4C70EF31DA15}"/>
              </a:ext>
            </a:extLst>
          </p:cNvPr>
          <p:cNvCxnSpPr>
            <a:stCxn id="14" idx="2"/>
          </p:cNvCxnSpPr>
          <p:nvPr/>
        </p:nvCxnSpPr>
        <p:spPr>
          <a:xfrm>
            <a:off x="10384366" y="4043584"/>
            <a:ext cx="0" cy="2535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051E3255-97D9-860C-EB51-A601F08421CD}"/>
              </a:ext>
            </a:extLst>
          </p:cNvPr>
          <p:cNvPicPr>
            <a:picLocks noChangeAspect="1"/>
          </p:cNvPicPr>
          <p:nvPr/>
        </p:nvPicPr>
        <p:blipFill>
          <a:blip r:embed="rId3"/>
          <a:stretch>
            <a:fillRect/>
          </a:stretch>
        </p:blipFill>
        <p:spPr>
          <a:xfrm>
            <a:off x="8781834" y="775452"/>
            <a:ext cx="2960011" cy="2591024"/>
          </a:xfrm>
          <a:prstGeom prst="rect">
            <a:avLst/>
          </a:prstGeom>
        </p:spPr>
      </p:pic>
    </p:spTree>
    <p:extLst>
      <p:ext uri="{BB962C8B-B14F-4D97-AF65-F5344CB8AC3E}">
        <p14:creationId xmlns:p14="http://schemas.microsoft.com/office/powerpoint/2010/main" val="4292984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CCEE6-BB6F-BAEE-86BF-BB479A130EBA}"/>
              </a:ext>
            </a:extLst>
          </p:cNvPr>
          <p:cNvSpPr>
            <a:spLocks noGrp="1"/>
          </p:cNvSpPr>
          <p:nvPr>
            <p:ph type="title"/>
          </p:nvPr>
        </p:nvSpPr>
        <p:spPr/>
        <p:txBody>
          <a:bodyPr/>
          <a:lstStyle/>
          <a:p>
            <a:r>
              <a:rPr lang="en-US" dirty="0"/>
              <a:t>Pics</a:t>
            </a:r>
            <a:endParaRPr lang="en-AU" dirty="0"/>
          </a:p>
        </p:txBody>
      </p:sp>
      <p:pic>
        <p:nvPicPr>
          <p:cNvPr id="5" name="Content Placeholder 4">
            <a:extLst>
              <a:ext uri="{FF2B5EF4-FFF2-40B4-BE49-F238E27FC236}">
                <a16:creationId xmlns:a16="http://schemas.microsoft.com/office/drawing/2014/main" id="{C162C2F2-A0D8-5E7C-9004-D1FB328C70EA}"/>
              </a:ext>
            </a:extLst>
          </p:cNvPr>
          <p:cNvPicPr>
            <a:picLocks noGrp="1" noChangeAspect="1"/>
          </p:cNvPicPr>
          <p:nvPr>
            <p:ph idx="1"/>
          </p:nvPr>
        </p:nvPicPr>
        <p:blipFill>
          <a:blip r:embed="rId2"/>
          <a:stretch>
            <a:fillRect/>
          </a:stretch>
        </p:blipFill>
        <p:spPr>
          <a:xfrm>
            <a:off x="2377969" y="1825625"/>
            <a:ext cx="7436061" cy="4351338"/>
          </a:xfrm>
          <a:prstGeom prst="rect">
            <a:avLst/>
          </a:prstGeom>
        </p:spPr>
      </p:pic>
    </p:spTree>
    <p:extLst>
      <p:ext uri="{BB962C8B-B14F-4D97-AF65-F5344CB8AC3E}">
        <p14:creationId xmlns:p14="http://schemas.microsoft.com/office/powerpoint/2010/main" val="265629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AE41D-8E5C-3C5B-DDEC-EA7A16C812B3}"/>
              </a:ext>
            </a:extLst>
          </p:cNvPr>
          <p:cNvSpPr>
            <a:spLocks noGrp="1"/>
          </p:cNvSpPr>
          <p:nvPr>
            <p:ph type="title"/>
          </p:nvPr>
        </p:nvSpPr>
        <p:spPr>
          <a:xfrm>
            <a:off x="1329266" y="-176742"/>
            <a:ext cx="10515600" cy="1325563"/>
          </a:xfrm>
        </p:spPr>
        <p:txBody>
          <a:bodyPr/>
          <a:lstStyle/>
          <a:p>
            <a:r>
              <a:rPr lang="en-US" dirty="0"/>
              <a:t>Facts</a:t>
            </a:r>
            <a:endParaRPr lang="en-AU" dirty="0"/>
          </a:p>
        </p:txBody>
      </p:sp>
      <p:sp>
        <p:nvSpPr>
          <p:cNvPr id="4" name="Subtitle 2">
            <a:extLst>
              <a:ext uri="{FF2B5EF4-FFF2-40B4-BE49-F238E27FC236}">
                <a16:creationId xmlns:a16="http://schemas.microsoft.com/office/drawing/2014/main" id="{406C6CE8-53FD-38A3-C32A-716DF9B76ED3}"/>
              </a:ext>
            </a:extLst>
          </p:cNvPr>
          <p:cNvSpPr>
            <a:spLocks noGrp="1"/>
          </p:cNvSpPr>
          <p:nvPr>
            <p:ph idx="1"/>
          </p:nvPr>
        </p:nvSpPr>
        <p:spPr>
          <a:xfrm>
            <a:off x="254000" y="686064"/>
            <a:ext cx="11590866" cy="5815320"/>
          </a:xfrm>
        </p:spPr>
        <p:txBody>
          <a:bodyPr>
            <a:noAutofit/>
          </a:bodyPr>
          <a:lstStyle/>
          <a:p>
            <a:pPr marL="0" indent="0">
              <a:buNone/>
            </a:pPr>
            <a:r>
              <a:rPr lang="en-US" sz="1600" b="1" dirty="0"/>
              <a:t>Hardware:</a:t>
            </a:r>
          </a:p>
          <a:p>
            <a:r>
              <a:rPr lang="en-US" sz="1600" dirty="0"/>
              <a:t>ESP32-WROOM32 (MICROCONTROLLER) $15, </a:t>
            </a:r>
            <a:r>
              <a:rPr lang="en-US" sz="1600" dirty="0" err="1"/>
              <a:t>Ublox</a:t>
            </a:r>
            <a:r>
              <a:rPr lang="en-US" sz="1600" dirty="0"/>
              <a:t> NEO-M9N (GPS) $47, EV Battery (POWER SOURCE) </a:t>
            </a:r>
          </a:p>
          <a:p>
            <a:pPr marL="0" indent="0">
              <a:buNone/>
            </a:pPr>
            <a:r>
              <a:rPr lang="en-US" sz="1600" dirty="0"/>
              <a:t>Pretty cheap nice around $70 tops (without power source).</a:t>
            </a:r>
          </a:p>
          <a:p>
            <a:pPr marL="0" indent="0">
              <a:buNone/>
            </a:pPr>
            <a:r>
              <a:rPr lang="en-US" sz="1600" b="1" dirty="0"/>
              <a:t>Data collection:</a:t>
            </a:r>
          </a:p>
          <a:p>
            <a:r>
              <a:rPr lang="en-US" sz="1600" dirty="0"/>
              <a:t>ESP32 has Wi-Fi and Bluetooth capabilities but going with Wi-Fi (larger bandwidth, range, faster data transfer, short latency) I’m sure there’s reception (couldn’t make track day). This is by hotspot.</a:t>
            </a:r>
          </a:p>
          <a:p>
            <a:r>
              <a:rPr lang="en-US" sz="1600" dirty="0"/>
              <a:t>I would be using an additional esp32 as the hotspot of a phone only ranges for around 20m, so by using ESP NOW function using MAC (Media access control) addresses the esp32’s would communicate together with only a 2ms delay, this doesn’t require Wi-Fi and Bluetooth. ESP NOW has a range of 100m-200m outside with external antenna ranges 400m+, should consider.</a:t>
            </a:r>
          </a:p>
          <a:p>
            <a:r>
              <a:rPr lang="en-US" sz="1600" dirty="0"/>
              <a:t>Eliminates factors such as high winds, fog </a:t>
            </a:r>
            <a:r>
              <a:rPr lang="en-US" sz="1600" dirty="0" err="1"/>
              <a:t>etc</a:t>
            </a:r>
            <a:r>
              <a:rPr lang="en-US" sz="1600" dirty="0"/>
              <a:t> where performance doesn’t vary on ambient conditions.</a:t>
            </a:r>
          </a:p>
          <a:p>
            <a:pPr marL="0" indent="0">
              <a:buNone/>
            </a:pPr>
            <a:r>
              <a:rPr lang="en-US" sz="1600" b="1" dirty="0"/>
              <a:t>Refresh rate: </a:t>
            </a:r>
          </a:p>
          <a:p>
            <a:r>
              <a:rPr lang="en-US" sz="1600" dirty="0"/>
              <a:t>The </a:t>
            </a:r>
            <a:r>
              <a:rPr lang="en-US" sz="1600" dirty="0" err="1"/>
              <a:t>Ublox</a:t>
            </a:r>
            <a:r>
              <a:rPr lang="en-US" sz="1600" dirty="0"/>
              <a:t> </a:t>
            </a:r>
            <a:r>
              <a:rPr lang="en-US" sz="1600" dirty="0" err="1"/>
              <a:t>gps</a:t>
            </a:r>
            <a:r>
              <a:rPr lang="en-US" sz="1600" dirty="0"/>
              <a:t> as a refresh rate of 25Hz leaving a 1/25s = 0.04s on its position providing accuracy to two dec. places as by the spec. </a:t>
            </a:r>
          </a:p>
          <a:p>
            <a:pPr marL="0" indent="0">
              <a:buNone/>
            </a:pPr>
            <a:r>
              <a:rPr lang="en-US" sz="1600" b="1" dirty="0"/>
              <a:t>Placement:</a:t>
            </a:r>
          </a:p>
          <a:p>
            <a:pPr marL="0" indent="0">
              <a:buNone/>
            </a:pPr>
            <a:r>
              <a:rPr lang="en-US" sz="1600" dirty="0"/>
              <a:t>*** The module would sit externally on the nose (its very slim) though if it’s a factor on aero fix it under the car exposed as to not have any signal blocked. Better yet add an antenna so the modules inside the nose and the antenna is exposed elsewhere.</a:t>
            </a:r>
          </a:p>
          <a:p>
            <a:r>
              <a:rPr lang="en-US" sz="1600" b="1" dirty="0"/>
              <a:t>Cons</a:t>
            </a:r>
          </a:p>
          <a:p>
            <a:pPr marL="285750" indent="-285750">
              <a:buFontTx/>
              <a:buChar char="-"/>
            </a:pPr>
            <a:r>
              <a:rPr lang="en-US" sz="1600" dirty="0"/>
              <a:t>Multipath errors, and atmospheric interference can affect the </a:t>
            </a:r>
            <a:r>
              <a:rPr lang="en-US" sz="1600" dirty="0" err="1"/>
              <a:t>gps</a:t>
            </a:r>
            <a:r>
              <a:rPr lang="en-US" sz="1600" dirty="0"/>
              <a:t> accuracy. </a:t>
            </a:r>
          </a:p>
          <a:p>
            <a:pPr marL="0" indent="0">
              <a:buNone/>
            </a:pPr>
            <a:endParaRPr lang="en-US" sz="1400" dirty="0"/>
          </a:p>
        </p:txBody>
      </p:sp>
      <p:sp>
        <p:nvSpPr>
          <p:cNvPr id="5" name="TextBox 4">
            <a:extLst>
              <a:ext uri="{FF2B5EF4-FFF2-40B4-BE49-F238E27FC236}">
                <a16:creationId xmlns:a16="http://schemas.microsoft.com/office/drawing/2014/main" id="{3FF8B709-7C2E-7909-BBBE-CDA943621DA7}"/>
              </a:ext>
            </a:extLst>
          </p:cNvPr>
          <p:cNvSpPr txBox="1"/>
          <p:nvPr/>
        </p:nvSpPr>
        <p:spPr>
          <a:xfrm>
            <a:off x="7944103" y="1582341"/>
            <a:ext cx="2768601" cy="615553"/>
          </a:xfrm>
          <a:prstGeom prst="rect">
            <a:avLst/>
          </a:prstGeom>
          <a:noFill/>
        </p:spPr>
        <p:txBody>
          <a:bodyPr wrap="square" rtlCol="0">
            <a:spAutoFit/>
          </a:bodyPr>
          <a:lstStyle/>
          <a:p>
            <a:endParaRPr lang="en-US" sz="1600" dirty="0"/>
          </a:p>
          <a:p>
            <a:endParaRPr lang="en-AU" b="1" dirty="0"/>
          </a:p>
        </p:txBody>
      </p:sp>
    </p:spTree>
    <p:extLst>
      <p:ext uri="{BB962C8B-B14F-4D97-AF65-F5344CB8AC3E}">
        <p14:creationId xmlns:p14="http://schemas.microsoft.com/office/powerpoint/2010/main" val="138220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343C7-6D5B-EA05-4EAA-C7370607BD88}"/>
              </a:ext>
            </a:extLst>
          </p:cNvPr>
          <p:cNvSpPr>
            <a:spLocks noGrp="1"/>
          </p:cNvSpPr>
          <p:nvPr>
            <p:ph type="title"/>
          </p:nvPr>
        </p:nvSpPr>
        <p:spPr>
          <a:xfrm>
            <a:off x="0" y="-128967"/>
            <a:ext cx="10515600" cy="1325563"/>
          </a:xfrm>
        </p:spPr>
        <p:txBody>
          <a:bodyPr/>
          <a:lstStyle/>
          <a:p>
            <a:r>
              <a:rPr lang="en-US" dirty="0"/>
              <a:t>Code for data collection + GUI</a:t>
            </a:r>
            <a:endParaRPr lang="en-AU" dirty="0"/>
          </a:p>
        </p:txBody>
      </p:sp>
      <p:pic>
        <p:nvPicPr>
          <p:cNvPr id="5" name="Picture 4">
            <a:extLst>
              <a:ext uri="{FF2B5EF4-FFF2-40B4-BE49-F238E27FC236}">
                <a16:creationId xmlns:a16="http://schemas.microsoft.com/office/drawing/2014/main" id="{9587D3D6-CA3A-D059-0A53-14886DB61425}"/>
              </a:ext>
            </a:extLst>
          </p:cNvPr>
          <p:cNvPicPr>
            <a:picLocks noChangeAspect="1"/>
          </p:cNvPicPr>
          <p:nvPr/>
        </p:nvPicPr>
        <p:blipFill>
          <a:blip r:embed="rId2"/>
          <a:stretch>
            <a:fillRect/>
          </a:stretch>
        </p:blipFill>
        <p:spPr>
          <a:xfrm>
            <a:off x="346454" y="1307390"/>
            <a:ext cx="3776366" cy="2688538"/>
          </a:xfrm>
          <a:prstGeom prst="rect">
            <a:avLst/>
          </a:prstGeom>
        </p:spPr>
      </p:pic>
      <p:pic>
        <p:nvPicPr>
          <p:cNvPr id="7" name="Picture 6">
            <a:extLst>
              <a:ext uri="{FF2B5EF4-FFF2-40B4-BE49-F238E27FC236}">
                <a16:creationId xmlns:a16="http://schemas.microsoft.com/office/drawing/2014/main" id="{1F22A8F3-9C53-32A3-E6A1-0E9709ABC8B3}"/>
              </a:ext>
            </a:extLst>
          </p:cNvPr>
          <p:cNvPicPr>
            <a:picLocks noChangeAspect="1"/>
          </p:cNvPicPr>
          <p:nvPr/>
        </p:nvPicPr>
        <p:blipFill>
          <a:blip r:embed="rId3"/>
          <a:stretch>
            <a:fillRect/>
          </a:stretch>
        </p:blipFill>
        <p:spPr>
          <a:xfrm>
            <a:off x="206960" y="3995928"/>
            <a:ext cx="4217337" cy="2569666"/>
          </a:xfrm>
          <a:prstGeom prst="rect">
            <a:avLst/>
          </a:prstGeom>
        </p:spPr>
      </p:pic>
      <p:sp>
        <p:nvSpPr>
          <p:cNvPr id="8" name="TextBox 7">
            <a:extLst>
              <a:ext uri="{FF2B5EF4-FFF2-40B4-BE49-F238E27FC236}">
                <a16:creationId xmlns:a16="http://schemas.microsoft.com/office/drawing/2014/main" id="{B94E020B-24F3-6536-AE1A-4406F3153D6A}"/>
              </a:ext>
            </a:extLst>
          </p:cNvPr>
          <p:cNvSpPr txBox="1"/>
          <p:nvPr/>
        </p:nvSpPr>
        <p:spPr>
          <a:xfrm>
            <a:off x="4424297" y="2611579"/>
            <a:ext cx="1047870" cy="1200329"/>
          </a:xfrm>
          <a:prstGeom prst="rect">
            <a:avLst/>
          </a:prstGeom>
          <a:noFill/>
        </p:spPr>
        <p:txBody>
          <a:bodyPr wrap="square" rtlCol="0">
            <a:spAutoFit/>
          </a:bodyPr>
          <a:lstStyle/>
          <a:p>
            <a:r>
              <a:rPr lang="en-US" dirty="0"/>
              <a:t>Pin set up + serial stuff</a:t>
            </a:r>
            <a:endParaRPr lang="en-AU" dirty="0"/>
          </a:p>
        </p:txBody>
      </p:sp>
      <p:pic>
        <p:nvPicPr>
          <p:cNvPr id="3" name="Picture 2">
            <a:extLst>
              <a:ext uri="{FF2B5EF4-FFF2-40B4-BE49-F238E27FC236}">
                <a16:creationId xmlns:a16="http://schemas.microsoft.com/office/drawing/2014/main" id="{0EDE3BDA-4745-F5EA-7A58-25E413B5FCEF}"/>
              </a:ext>
            </a:extLst>
          </p:cNvPr>
          <p:cNvPicPr>
            <a:picLocks noChangeAspect="1"/>
          </p:cNvPicPr>
          <p:nvPr/>
        </p:nvPicPr>
        <p:blipFill>
          <a:blip r:embed="rId4"/>
          <a:stretch>
            <a:fillRect/>
          </a:stretch>
        </p:blipFill>
        <p:spPr>
          <a:xfrm>
            <a:off x="6034474" y="779931"/>
            <a:ext cx="3645144" cy="2791554"/>
          </a:xfrm>
          <a:prstGeom prst="rect">
            <a:avLst/>
          </a:prstGeom>
        </p:spPr>
      </p:pic>
      <p:pic>
        <p:nvPicPr>
          <p:cNvPr id="4" name="Picture 3">
            <a:extLst>
              <a:ext uri="{FF2B5EF4-FFF2-40B4-BE49-F238E27FC236}">
                <a16:creationId xmlns:a16="http://schemas.microsoft.com/office/drawing/2014/main" id="{1405BF72-E654-764F-7BAF-5A83D5DA67C3}"/>
              </a:ext>
            </a:extLst>
          </p:cNvPr>
          <p:cNvPicPr>
            <a:picLocks noChangeAspect="1"/>
          </p:cNvPicPr>
          <p:nvPr/>
        </p:nvPicPr>
        <p:blipFill>
          <a:blip r:embed="rId5"/>
          <a:srcRect r="18711"/>
          <a:stretch/>
        </p:blipFill>
        <p:spPr>
          <a:xfrm>
            <a:off x="6061086" y="3571485"/>
            <a:ext cx="3388407" cy="2352640"/>
          </a:xfrm>
          <a:prstGeom prst="rect">
            <a:avLst/>
          </a:prstGeom>
        </p:spPr>
      </p:pic>
      <p:sp>
        <p:nvSpPr>
          <p:cNvPr id="6" name="TextBox 5">
            <a:extLst>
              <a:ext uri="{FF2B5EF4-FFF2-40B4-BE49-F238E27FC236}">
                <a16:creationId xmlns:a16="http://schemas.microsoft.com/office/drawing/2014/main" id="{4197C10E-8838-0E4F-830C-3F467636BE1D}"/>
              </a:ext>
            </a:extLst>
          </p:cNvPr>
          <p:cNvSpPr txBox="1"/>
          <p:nvPr/>
        </p:nvSpPr>
        <p:spPr>
          <a:xfrm>
            <a:off x="10000792" y="2611579"/>
            <a:ext cx="1410920" cy="2031325"/>
          </a:xfrm>
          <a:prstGeom prst="rect">
            <a:avLst/>
          </a:prstGeom>
          <a:noFill/>
        </p:spPr>
        <p:txBody>
          <a:bodyPr wrap="square" rtlCol="0">
            <a:spAutoFit/>
          </a:bodyPr>
          <a:lstStyle/>
          <a:p>
            <a:r>
              <a:rPr lang="en-US" dirty="0"/>
              <a:t>GPS calculations. Using libraries. Acceleration is formulated</a:t>
            </a:r>
            <a:endParaRPr lang="en-AU" dirty="0"/>
          </a:p>
        </p:txBody>
      </p:sp>
    </p:spTree>
    <p:extLst>
      <p:ext uri="{BB962C8B-B14F-4D97-AF65-F5344CB8AC3E}">
        <p14:creationId xmlns:p14="http://schemas.microsoft.com/office/powerpoint/2010/main" val="979241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E702-B61C-121F-179F-2EB7380266EA}"/>
              </a:ext>
            </a:extLst>
          </p:cNvPr>
          <p:cNvSpPr>
            <a:spLocks noGrp="1"/>
          </p:cNvSpPr>
          <p:nvPr>
            <p:ph type="title"/>
          </p:nvPr>
        </p:nvSpPr>
        <p:spPr/>
        <p:txBody>
          <a:bodyPr/>
          <a:lstStyle/>
          <a:p>
            <a:r>
              <a:rPr lang="en-US" dirty="0"/>
              <a:t>Upgrade</a:t>
            </a:r>
            <a:endParaRPr lang="en-AU" dirty="0"/>
          </a:p>
        </p:txBody>
      </p:sp>
      <p:sp>
        <p:nvSpPr>
          <p:cNvPr id="3" name="Content Placeholder 2">
            <a:extLst>
              <a:ext uri="{FF2B5EF4-FFF2-40B4-BE49-F238E27FC236}">
                <a16:creationId xmlns:a16="http://schemas.microsoft.com/office/drawing/2014/main" id="{C1965BBB-A932-7B49-C716-333182BE0D6C}"/>
              </a:ext>
            </a:extLst>
          </p:cNvPr>
          <p:cNvSpPr>
            <a:spLocks noGrp="1"/>
          </p:cNvSpPr>
          <p:nvPr>
            <p:ph idx="1"/>
          </p:nvPr>
        </p:nvSpPr>
        <p:spPr/>
        <p:txBody>
          <a:bodyPr/>
          <a:lstStyle/>
          <a:p>
            <a:pPr marL="0" indent="0">
              <a:buNone/>
            </a:pPr>
            <a:r>
              <a:rPr lang="en-US" sz="2000" dirty="0"/>
              <a:t>Switch out </a:t>
            </a:r>
            <a:r>
              <a:rPr lang="en-US" sz="2000" dirty="0" err="1"/>
              <a:t>Ublox</a:t>
            </a:r>
            <a:r>
              <a:rPr lang="en-US" sz="2000" dirty="0"/>
              <a:t> Neo M9N for Neo F9P. </a:t>
            </a:r>
          </a:p>
          <a:p>
            <a:pPr marL="0" indent="0">
              <a:buNone/>
            </a:pPr>
            <a:r>
              <a:rPr lang="en-US" sz="2000" dirty="0"/>
              <a:t>The F9P is made and used for high accuracy geo-positioning for robotics bringing centimeter accuracy to autonomous robots.</a:t>
            </a:r>
          </a:p>
          <a:p>
            <a:pPr marL="0" indent="0">
              <a:buNone/>
            </a:pPr>
            <a:r>
              <a:rPr lang="en-US" sz="2000" dirty="0"/>
              <a:t>Used for UAV’s so its perfectly able to track a car. </a:t>
            </a:r>
          </a:p>
          <a:p>
            <a:pPr marL="0" indent="0">
              <a:buNone/>
            </a:pPr>
            <a:r>
              <a:rPr lang="en-US" sz="2000" dirty="0"/>
              <a:t>Multiband and short convergence times. </a:t>
            </a:r>
          </a:p>
          <a:p>
            <a:pPr marL="0" indent="0">
              <a:buNone/>
            </a:pPr>
            <a:r>
              <a:rPr lang="en-US" sz="2000" dirty="0"/>
              <a:t>+$200 </a:t>
            </a:r>
            <a:r>
              <a:rPr lang="en-US" sz="2000" dirty="0">
                <a:sym typeface="Wingdings" panose="05000000000000000000" pitchFamily="2" charset="2"/>
              </a:rPr>
              <a:t></a:t>
            </a:r>
          </a:p>
          <a:p>
            <a:pPr marL="0" indent="0">
              <a:buNone/>
            </a:pPr>
            <a:endParaRPr lang="en-US" sz="2000" dirty="0">
              <a:sym typeface="Wingdings" panose="05000000000000000000" pitchFamily="2" charset="2"/>
            </a:endParaRPr>
          </a:p>
          <a:p>
            <a:pPr marL="0" indent="0">
              <a:buNone/>
            </a:pPr>
            <a:r>
              <a:rPr lang="en-US" sz="2000" dirty="0">
                <a:sym typeface="Wingdings" panose="05000000000000000000" pitchFamily="2" charset="2"/>
              </a:rPr>
              <a:t>Get external antenna</a:t>
            </a:r>
          </a:p>
          <a:p>
            <a:pPr marL="0" indent="0">
              <a:buNone/>
            </a:pPr>
            <a:endParaRPr lang="en-AU" dirty="0"/>
          </a:p>
        </p:txBody>
      </p:sp>
    </p:spTree>
    <p:extLst>
      <p:ext uri="{BB962C8B-B14F-4D97-AF65-F5344CB8AC3E}">
        <p14:creationId xmlns:p14="http://schemas.microsoft.com/office/powerpoint/2010/main" val="1090683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7121</TotalTime>
  <Words>468</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Wingdings</vt:lpstr>
      <vt:lpstr>Office Theme</vt:lpstr>
      <vt:lpstr>Elec New Member Project – Calvin Hanasy</vt:lpstr>
      <vt:lpstr>Pics</vt:lpstr>
      <vt:lpstr>Facts</vt:lpstr>
      <vt:lpstr>Code for data collection + GUI</vt:lpstr>
      <vt:lpstr>Upgrade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Calvin Hanasy</dc:creator>
  <cp:lastModifiedBy>Calvin Hanasy</cp:lastModifiedBy>
  <cp:revision>1</cp:revision>
  <dcterms:created xsi:type="dcterms:W3CDTF">2025-03-26T10:35:35Z</dcterms:created>
  <dcterms:modified xsi:type="dcterms:W3CDTF">2025-04-02T05:30:54Z</dcterms:modified>
</cp:coreProperties>
</file>